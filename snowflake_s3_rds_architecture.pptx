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Snowflake → S3 → RDS ETL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AWS Glue</a:t>
            </a:r>
          </a:p>
          <a:p>
            <a:r>
              <a:t>Author: Data Engineering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ETL pipeline architecture</a:t>
            </a:r>
          </a:p>
          <a:p>
            <a:pPr/>
            <a:r>
              <a:t>Source: Snowflake</a:t>
            </a:r>
          </a:p>
          <a:p>
            <a:pPr/>
            <a:r>
              <a:t>Processing: AWS Glue (Spark)</a:t>
            </a:r>
          </a:p>
          <a:p>
            <a:pPr/>
            <a:r>
              <a:t>Storage: Amazon S3</a:t>
            </a:r>
          </a:p>
          <a:p>
            <a:pPr/>
            <a:r>
              <a:t>Target: Amazon 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Snowflake (Source Table)</a:t>
            </a:r>
          </a:p>
          <a:p>
            <a:pPr/>
            <a:r>
              <a:t>        ↓</a:t>
            </a:r>
          </a:p>
          <a:p>
            <a:pPr/>
            <a:r>
              <a:t>AWS Glue Job (Extract + Transform)</a:t>
            </a:r>
          </a:p>
          <a:p>
            <a:pPr/>
            <a:r>
              <a:t>        ↓</a:t>
            </a:r>
          </a:p>
          <a:p>
            <a:pPr/>
            <a:r>
              <a:t>Amazon S3 (Staging / Data Lake)</a:t>
            </a:r>
          </a:p>
          <a:p>
            <a:pPr/>
            <a:r>
              <a:t>        ↓</a:t>
            </a:r>
          </a:p>
          <a:p>
            <a:pPr/>
            <a:r>
              <a:t>AWS Glue Job (Load)</a:t>
            </a:r>
          </a:p>
          <a:p>
            <a:pPr/>
            <a:r>
              <a:t>        ↓</a:t>
            </a:r>
          </a:p>
          <a:p>
            <a:pPr/>
            <a:r>
              <a:t>Amazon RDS (Target Database)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Extract from Snowflake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using Snowflake Spark Connector</a:t>
            </a:r>
          </a:p>
          <a:p>
            <a:pPr/>
            <a:r>
              <a:t>Credentials via AWS Secrets Manager</a:t>
            </a:r>
          </a:p>
          <a:p>
            <a:pPr/>
            <a:r>
              <a:t>Read table: GENZ_SOCIAL_MEDIA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Transform in Glue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and filter data</a:t>
            </a:r>
          </a:p>
          <a:p>
            <a:pPr/>
            <a:r>
              <a:t>Handle null values</a:t>
            </a:r>
          </a:p>
          <a:p>
            <a:pPr/>
            <a:r>
              <a:t>Add derived columns</a:t>
            </a:r>
          </a:p>
          <a:p>
            <a:pPr/>
            <a:r>
              <a:t>Prepare analytics-ready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Load to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as Parquet (recommended)</a:t>
            </a:r>
          </a:p>
          <a:p>
            <a:pPr/>
            <a:r>
              <a:t>Partition by country/gender</a:t>
            </a:r>
          </a:p>
          <a:p>
            <a:pPr/>
            <a:r>
              <a:t>Acts as staging/data lake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Load to 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Glue reads from S3</a:t>
            </a:r>
          </a:p>
          <a:p>
            <a:pPr/>
            <a:r>
              <a:t>Writes to RDS using JDBC</a:t>
            </a:r>
          </a:p>
          <a:p>
            <a:pPr/>
            <a:r>
              <a:t>Final structured table for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Snowflake (Source)</a:t>
            </a:r>
          </a:p>
          <a:p>
            <a:pPr/>
            <a:r>
              <a:t>AWS Glue (ETL Engine)</a:t>
            </a:r>
          </a:p>
          <a:p>
            <a:pPr/>
            <a:r>
              <a:t>Amazon S3 (Storage)</a:t>
            </a:r>
          </a:p>
          <a:p>
            <a:pPr/>
            <a:r>
              <a:t>Amazon RDS (Target)</a:t>
            </a:r>
          </a:p>
          <a:p>
            <a:pPr/>
            <a:r>
              <a:t>IAM &amp; Secrets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Parquet for performance</a:t>
            </a:r>
          </a:p>
          <a:p>
            <a:pPr/>
            <a:r>
              <a:t>Enable partitioning</a:t>
            </a:r>
          </a:p>
          <a:p>
            <a:pPr/>
            <a:r>
              <a:t>Implement incremental loads</a:t>
            </a:r>
          </a:p>
          <a:p>
            <a:pPr/>
            <a:r>
              <a:t>Monitor with CloudWatch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